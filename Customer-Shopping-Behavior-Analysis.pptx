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Marcellus"/>
      <p:regular r:id="rId201314"/>
    </p:embeddedFont>
    <p:embeddedFont>
      <p:font typeface="Montserrat"/>
      <p:regular r:id="rId201315"/>
    </p:embeddedFont>
    <p:embeddedFont>
      <p:font typeface="Montserra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2.png"/><Relationship Id="rId11" Type="http://schemas.openxmlformats.org/officeDocument/2006/relationships/image" Target="../media/image-7-3.svg"/><Relationship Id="rId12" Type="http://schemas.openxmlformats.org/officeDocument/2006/relationships/image" Target="../media/image-7-12.png"/><Relationship Id="rId13" Type="http://schemas.openxmlformats.org/officeDocument/2006/relationships/image" Target="../media/image-7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1-1.png"/><Relationship Id="rId6" Type="http://schemas.openxmlformats.org/officeDocument/2006/relationships/image" Target="../media/image-11-2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7.png"/><Relationship Id="rId10" Type="http://schemas.openxmlformats.org/officeDocument/2006/relationships/image" Target="../media/image-11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335113"/>
            <a:ext cx="6296860" cy="141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 Shopping Behavior Analysis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61475" y="4031456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3,900 purchases • 18 columns • Goal: uncover spending, segments, preferences, subscriptions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588294"/>
            <a:ext cx="6296860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Dataset Summary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5233360" y="2578199"/>
            <a:ext cx="3053877" cy="137408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41417" y="2786261"/>
            <a:ext cx="2637764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Rows / Columns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441417" y="3252887"/>
            <a:ext cx="263776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3,900 rows • 18 columns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578199"/>
            <a:ext cx="3053976" cy="137408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4301" y="2786261"/>
            <a:ext cx="2637863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Features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684301" y="3252887"/>
            <a:ext cx="2637863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Demographics, Purchase details, Shopping behavior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141291"/>
            <a:ext cx="6296860" cy="1128415"/>
          </a:xfrm>
          <a:prstGeom prst="roundRect">
            <a:avLst>
              <a:gd name="adj" fmla="val 7035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1417" y="4349353"/>
            <a:ext cx="588074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Missing Data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41417" y="4815979"/>
            <a:ext cx="588074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 missing values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487587"/>
            <a:ext cx="6296860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EDA — Python</a:t>
            </a:r>
            <a:endParaRPr lang="en-US" sz="4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477492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2062" y="2477492"/>
            <a:ext cx="5588158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Prep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5942062" y="2944118"/>
            <a:ext cx="558815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Imported with pandas • df.info() • df.describe()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567807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2062" y="3567807"/>
            <a:ext cx="5588158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Cleaning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5942062" y="4034433"/>
            <a:ext cx="558815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Imputed Review Rating by category median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658122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42062" y="4658122"/>
            <a:ext cx="5588158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Standardize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5942062" y="5124748"/>
            <a:ext cx="558815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Renamed columns to snake_case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588294"/>
            <a:ext cx="6296860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Feature Engineering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661475" y="2578199"/>
            <a:ext cx="3053877" cy="137408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9531" y="2786261"/>
            <a:ext cx="2637764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Age Groups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69531" y="3252887"/>
            <a:ext cx="263776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age_group bins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578199"/>
            <a:ext cx="3053976" cy="137408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2415" y="2786261"/>
            <a:ext cx="2637863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Frequency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112415" y="3252887"/>
            <a:ext cx="2637863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purchase_frequency_days from timestamps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141291"/>
            <a:ext cx="6296860" cy="1128415"/>
          </a:xfrm>
          <a:prstGeom prst="roundRect">
            <a:avLst>
              <a:gd name="adj" fmla="val 7035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9531" y="4349353"/>
            <a:ext cx="588074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Consistency Checks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69531" y="4815979"/>
            <a:ext cx="588074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Verified discount_applied vs promo_code_used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5473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Database Integration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68004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3347541"/>
            <a:ext cx="3504219" cy="11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Loaded cleaned DataFrame into MySQL for structured SQL analysis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Enables aggregate queries and reproducible reports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08299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SQL Analyses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92760"/>
            <a:ext cx="1004962" cy="6211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3192760"/>
            <a:ext cx="2224230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 by Gender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902670" y="4012605"/>
            <a:ext cx="222423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total revenue: male vs female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3192760"/>
            <a:ext cx="1004962" cy="6211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3192760"/>
            <a:ext cx="2224230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High-Spending Discount Users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604330" y="4012605"/>
            <a:ext cx="222423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 used but spend &gt; average purchase amount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3192760"/>
            <a:ext cx="1004962" cy="6211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3192760"/>
            <a:ext cx="2224230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Top-Rated Products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9305990" y="4012605"/>
            <a:ext cx="222423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five products by average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86383"/>
            <a:ext cx="6296860" cy="66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spc="-40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More SQL Insights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233360" y="1497806"/>
            <a:ext cx="6296860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Further analysis reveals critical patterns in customer behavior and preferences.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130921"/>
            <a:ext cx="6296860" cy="1269504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4336" y="2632670"/>
            <a:ext cx="265800" cy="26580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127299" y="2327176"/>
            <a:ext cx="5206671" cy="33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Repeat Customer Engagement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6127299" y="2757884"/>
            <a:ext cx="5206671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Identified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25% of customers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making repeat purchases, with an average spend 1.5x higher than first-time buyers.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566517"/>
            <a:ext cx="6296860" cy="1269504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4336" y="4068266"/>
            <a:ext cx="265800" cy="265807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127299" y="3762772"/>
            <a:ext cx="5206671" cy="33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Category Preferences by Age</a:t>
            </a:r>
            <a:endParaRPr lang="en-US" sz="2000" dirty="0"/>
          </a:p>
        </p:txBody>
      </p:sp>
      <p:sp>
        <p:nvSpPr>
          <p:cNvPr id="12" name="Text 5"/>
          <p:cNvSpPr/>
          <p:nvPr/>
        </p:nvSpPr>
        <p:spPr>
          <a:xfrm>
            <a:off x="6127299" y="4193480"/>
            <a:ext cx="5206671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aged 18-24 favor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Apparel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while 35-44 year olds show higher engagement with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Electronics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33360" y="5002113"/>
            <a:ext cx="6296860" cy="1269504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64336" y="5503863"/>
            <a:ext cx="265800" cy="265807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127299" y="5198368"/>
            <a:ext cx="5206671" cy="33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Payment Method &amp; AOV</a:t>
            </a:r>
            <a:endParaRPr lang="en-US" sz="2000" dirty="0"/>
          </a:p>
        </p:txBody>
      </p:sp>
      <p:sp>
        <p:nvSpPr>
          <p:cNvPr id="16" name="Text 7"/>
          <p:cNvSpPr/>
          <p:nvPr/>
        </p:nvSpPr>
        <p:spPr>
          <a:xfrm>
            <a:off x="6127299" y="5629077"/>
            <a:ext cx="5206671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Purchases made via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Credit Card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have a 15% higher Average Order Value (AOV) compared to other methods.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54523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More SQL Insights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38984"/>
            <a:ext cx="1004962" cy="6211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3138984"/>
            <a:ext cx="222423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Shipping Type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902670" y="3605609"/>
            <a:ext cx="222423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purchase: standard vs express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3138984"/>
            <a:ext cx="1004962" cy="6211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3138984"/>
            <a:ext cx="2224230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Subscribers vs Non‑Subscribers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604330" y="3958828"/>
            <a:ext cx="222423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avg spend and total revenue by subscription status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3138984"/>
            <a:ext cx="1004962" cy="6211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3138984"/>
            <a:ext cx="2224230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Discount-Dependent Products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9305990" y="4312047"/>
            <a:ext cx="222423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Products with highest % of discounts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978"/>
            <a:ext cx="10868745" cy="5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50" spc="-35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Segmentation &amp; Top Products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695" y="1609030"/>
            <a:ext cx="5141089" cy="44009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47427" y="2904095"/>
            <a:ext cx="2238132" cy="29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50" spc="-18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New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667121" y="2754295"/>
            <a:ext cx="1727063" cy="296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50" spc="-18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Returning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3812401" y="4816248"/>
            <a:ext cx="1497962" cy="29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50" spc="-18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Loyal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996" y="1488380"/>
            <a:ext cx="1013593" cy="12670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75996" y="2911376"/>
            <a:ext cx="356047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spc="-17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Top per Category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975996" y="3323034"/>
            <a:ext cx="3560475" cy="36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 most purchased product within each category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996" y="3934321"/>
            <a:ext cx="1013593" cy="12670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75996" y="5357316"/>
            <a:ext cx="356047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spc="-17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Repeat Buyers &amp; Subscriptions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7975996" y="5768975"/>
            <a:ext cx="3560475" cy="36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with &gt;5 purchases more likely to subscribe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5473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 by Demographics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68004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3224709"/>
            <a:ext cx="3504219" cy="1398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Calculated total revenue contribution by age_group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Identified high-revenue age segments and express‑shipping users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2601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Business Recommendations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67062"/>
            <a:ext cx="3496877" cy="1386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581473"/>
            <a:ext cx="296646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Boost Subscriptions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77479" y="3048099"/>
            <a:ext cx="296646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exclusive subscriber benefits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367062"/>
            <a:ext cx="3496877" cy="13867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581473"/>
            <a:ext cx="296646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Loyalty Programs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4663363" y="3048099"/>
            <a:ext cx="296646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Reward repeat buyers to grow 'Loyal' segment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367062"/>
            <a:ext cx="3496877" cy="13867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581473"/>
            <a:ext cx="296646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Review Discounts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8349247" y="3048099"/>
            <a:ext cx="296646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 short-term sales with margin control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942854"/>
            <a:ext cx="3496877" cy="16324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157266"/>
            <a:ext cx="296646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Product Positioning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977479" y="4623891"/>
            <a:ext cx="296646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top-rated &amp; best-selling items in campaigns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3942854"/>
            <a:ext cx="3496877" cy="163244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157266"/>
            <a:ext cx="296646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Targeted Marketing</a:t>
            </a:r>
            <a:endParaRPr lang="en-US" sz="2100" dirty="0"/>
          </a:p>
        </p:txBody>
      </p:sp>
      <p:sp>
        <p:nvSpPr>
          <p:cNvPr id="17" name="Text 10"/>
          <p:cNvSpPr/>
          <p:nvPr/>
        </p:nvSpPr>
        <p:spPr>
          <a:xfrm>
            <a:off x="4663363" y="4623891"/>
            <a:ext cx="296646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high-revenue age groups &amp; express‑shipping users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2026-09-23T17:51:21Z</dcterms:created>
  <dcterms:modified xsi:type="dcterms:W3CDTF">2026-09-23T17:51:21Z</dcterms:modified>
</cp:coreProperties>
</file>